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029200"/>
            <a:ext cx="2286000" cy="2286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Traditions of Gujarat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rich cultural heritage of Gujarat, India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Gujarat, a western Indian state known for its vibrant customs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to a blend of ancient and contemporary traditions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Influential in trade, art, and spirituality for centuries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communities contribute to a mosaic of cultural practices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Festivals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Navratri: Nine nights of dance, music, and devotion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Uttarayan: Kite-flying celebration marking the harvest season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Diwali: Festival of lights with unique Gujarati rituals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Janmashtami: Birth of Lord Krishna, featuring folk performances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434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215384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Rann Utsav: Desert festival showcasing local art and cuisine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Folk Arts &amp; Performances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 and Dandiya: Energetic circle dances performed during Navratri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Bhavai: Traditional theater blending storytelling, music, and satire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Rogan Art: Intricate hand-painted designs on fabric and wood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Pithora Paintings: Wall murals depicting mythological and social themes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434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215384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Folk music instruments: Dhol, Manjeera, and Shehnai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Culinary Traditions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Thali: Complete meal with rotli, dal, sabzi, and sweets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Dhokla &amp; Khandvi: Popular steamed snacks with tangy flavors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Farsan: Assortment of savory bites served during festivals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specialties: Ghari, Mohanthal, and Shrikhand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434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215384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variations: Kathiawar, Saurashtra, and Kutch cuisines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Highlights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789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Festivals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37560" y="320040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Dances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737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 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320040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Handicraft Exports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32520" y="13716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1737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732520" y="320040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Sites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Attire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Men: Kediyu and Dhoti with vibrant bandhani patterns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Women: Chaniya Choli with intricate embroidery and mirror work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fabrics: Cotton for summer, silk for ceremonial occasions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Accessories: Kundan jewelry, bangles, and embroidered dupattas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434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215384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on contemporary fashion designers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Customs &amp; Values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 on hospitality: “Atithi Devo Bhava” (guest is god)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gatherings during festivals and weddings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for elders and joint family structures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entrepreneurial spirit rooted in trade history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434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215384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 of oral histories through storytelling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23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Gujarat’s traditions blend ancient rituals with modern vibrancy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108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Festivals, arts, and cuisine form the core of its cultural identity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794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preservation ensures these customs thrive for future generations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CortexAI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Traditions of Gujarat</dc:title>
  <dc:subject>send me ppt about the tradition of gujrat</dc:subject>
  <dc:creator>CortexAI</dc:creator>
  <cp:lastModifiedBy>CortexAI</cp:lastModifiedBy>
  <cp:revision>1</cp:revision>
  <dcterms:created xsi:type="dcterms:W3CDTF">2026-10-26T20:52:13Z</dcterms:created>
  <dcterms:modified xsi:type="dcterms:W3CDTF">2026-10-26T20:52:13Z</dcterms:modified>
</cp:coreProperties>
</file>